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tableStyles" Target="tableStyle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7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3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3182"/>
          </a:bodyPr>
          <a:p>
            <a:r>
              <a:t>Satellite Internet Communication Using OSI Layers</a:t>
            </a: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>
              <a:defRPr sz="2200"/>
            </a:pPr>
            <a:r>
              <a:t>Prepared by: JAYASHREE M</a:t>
            </a:r>
          </a:p>
          <a:p>
            <a:pPr>
              <a:defRPr sz="2200"/>
            </a:pPr>
            <a:r>
              <a:t>Register No: 192524373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Introduction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Satellite Internet provides broadband connectivity using satellites.</a:t>
            </a:r>
          </a:p>
          <a:p>
            <a:pPr>
              <a:defRPr sz="2200"/>
            </a:pPr>
            <a:r>
              <a:t>Useful in remote, rural, maritime and aviation environments.</a:t>
            </a:r>
          </a:p>
          <a:p>
            <a:pPr>
              <a:defRPr sz="2200"/>
            </a:pPr>
            <a:r>
              <a:t>Communication follows the OSI model for reliable data transfer.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System Architecture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User Device → Modem → Satellite Dish → Satellite → Ground Station → Internet.</a:t>
            </a:r>
          </a:p>
          <a:p>
            <a:pPr>
              <a:defRPr sz="2200"/>
            </a:pPr>
            <a:r>
              <a:t>Satellites may be GEO, MEO or LEO.</a:t>
            </a:r>
          </a:p>
          <a:p>
            <a:pPr>
              <a:defRPr sz="2200"/>
            </a:pPr>
            <a:r>
              <a:t>Ground station connects to ISP backbone.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OSI Model</a:t>
            </a:r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7 Layers: Application, Presentation, Session, Transport, Network, Data Link, Physical.</a:t>
            </a:r>
          </a:p>
          <a:p>
            <a:pPr>
              <a:defRPr sz="2200"/>
            </a:pPr>
            <a:r>
              <a:t>Each layer has a specific responsibility.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Physical Layer</a:t>
            </a:r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Transmits radio frequency signals.</a:t>
            </a:r>
          </a:p>
          <a:p>
            <a:pPr>
              <a:defRPr sz="2200"/>
            </a:pPr>
            <a:r>
              <a:t>Functions: modulation, encoding, frequency allocation, antennas.</a:t>
            </a:r>
          </a:p>
          <a:p>
            <a:pPr>
              <a:defRPr sz="2200"/>
            </a:pPr>
            <a:r>
              <a:t>Challenges: attenuation, noise, rain fade.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/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Data Link Layer</a:t>
            </a: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Creates frames.</a:t>
            </a:r>
          </a:p>
          <a:p>
            <a:pPr>
              <a:defRPr sz="2200"/>
            </a:pPr>
            <a:r>
              <a:t>MAC controls channel access.</a:t>
            </a:r>
          </a:p>
          <a:p>
            <a:pPr>
              <a:defRPr sz="2200"/>
            </a:pPr>
            <a:r>
              <a:t>Error detection using CRC and retransmission.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/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Network Layer</a:t>
            </a: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IP addressing and routing.</a:t>
            </a:r>
          </a:p>
          <a:p>
            <a:pPr>
              <a:defRPr sz="2200"/>
            </a:pPr>
            <a:r>
              <a:t>Selects best path.</a:t>
            </a:r>
          </a:p>
          <a:p>
            <a:pPr>
              <a:defRPr sz="2200"/>
            </a:pPr>
            <a:r>
              <a:t>Supports IPv4/IPv6.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/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Transport Layer</a:t>
            </a:r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TCP ensures reliable delivery.</a:t>
            </a:r>
          </a:p>
          <a:p>
            <a:pPr>
              <a:defRPr sz="2200"/>
            </a:pPr>
            <a:r>
              <a:t>UDP supports real-time services.</a:t>
            </a:r>
          </a:p>
          <a:p>
            <a:pPr>
              <a:defRPr sz="2200"/>
            </a:pPr>
            <a:r>
              <a:t>Flow and congestion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/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Session Layer</a:t>
            </a:r>
          </a:p>
        </p:txBody>
      </p:sp>
      <p:sp>
        <p:nvSpPr>
          <p:cNvPr id="104860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Creates, maintains and terminates communication sessions.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/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Presentation Layer</a:t>
            </a:r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Encryption, compression and data format conversion.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/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Application Layer</a:t>
            </a:r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Provides services like Web, Email, VoIP, Video Streaming and Cloud access.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/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Advantages</a:t>
            </a:r>
          </a:p>
        </p:txBody>
      </p:sp>
      <p:sp>
        <p:nvSpPr>
          <p:cNvPr id="104861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Global coverage.</a:t>
            </a:r>
          </a:p>
          <a:p>
            <a:pPr>
              <a:defRPr sz="2200"/>
            </a:pPr>
            <a:r>
              <a:t>High availability.</a:t>
            </a:r>
          </a:p>
          <a:p>
            <a:pPr>
              <a:defRPr sz="2200"/>
            </a:pPr>
            <a:r>
              <a:t>Useful during disasters.</a:t>
            </a:r>
          </a:p>
          <a:p>
            <a:pPr>
              <a:defRPr sz="2200"/>
            </a:pPr>
            <a:r>
              <a:t>Supports mobility.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/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Challenges</a:t>
            </a:r>
          </a:p>
        </p:txBody>
      </p:sp>
      <p:sp>
        <p:nvSpPr>
          <p:cNvPr id="104861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High latency (especially GEO).</a:t>
            </a:r>
          </a:p>
          <a:p>
            <a:pPr>
              <a:defRPr sz="2200"/>
            </a:pPr>
            <a:r>
              <a:t>Weather interference.</a:t>
            </a:r>
          </a:p>
          <a:p>
            <a:pPr>
              <a:defRPr sz="2200"/>
            </a:pPr>
            <a:r>
              <a:t>Higher installation cost.</a:t>
            </a:r>
          </a:p>
          <a:p>
            <a:pPr>
              <a:defRPr sz="2200"/>
            </a:pPr>
            <a:r>
              <a:t>Signal delay.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/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Conclusion</a:t>
            </a:r>
          </a:p>
        </p:txBody>
      </p:sp>
      <p:sp>
        <p:nvSpPr>
          <p:cNvPr id="104861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OSI layers work together to provide secure, reliable and efficient satellite internet communication.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CPH2781</dc:creator>
  <cp:lastModifiedBy>Steve Canny</cp:lastModifiedBy>
  <dcterms:created xsi:type="dcterms:W3CDTF">2013-01-26T22:14:16Z</dcterms:created>
  <dcterms:modified xsi:type="dcterms:W3CDTF">2026-07-17T13:39:39Z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ed805aa67f5645539125a97d561bb352_23</vt:lpwstr>
  </property>
</Properties>
</file>